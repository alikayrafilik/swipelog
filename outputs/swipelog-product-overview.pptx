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a5ce871a5b472e" /><Relationship Type="http://schemas.openxmlformats.org/officeDocument/2006/relationships/extended-properties" Target="/docProps/app.xml" Id="R398a54c050114ef9" /><Relationship Type="http://schemas.openxmlformats.org/officeDocument/2006/relationships/officeDocument" Target="/ppt/presentation.xml" Id="R19b8c340b82348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828ca1e83245b5"/>
  </p:sldMasterIdLst>
  <p:notesMasterIdLst>
    <p:notesMasterId xmlns:r="http://schemas.openxmlformats.org/officeDocument/2006/relationships" r:id="R5fbd0d42e19e420f"/>
  </p:notesMasterIdLst>
  <p:sldIdLst>
    <p:sldId xmlns:r="http://schemas.openxmlformats.org/officeDocument/2006/relationships" id="256" r:id="Rfa0b6553bc104762"/>
    <p:sldId xmlns:r="http://schemas.openxmlformats.org/officeDocument/2006/relationships" id="257" r:id="Rb4286cb04a3843dd"/>
    <p:sldId xmlns:r="http://schemas.openxmlformats.org/officeDocument/2006/relationships" id="258" r:id="R9f059734eb7f472c"/>
    <p:sldId xmlns:r="http://schemas.openxmlformats.org/officeDocument/2006/relationships" id="259" r:id="R19f147fccd5449bc"/>
    <p:sldId xmlns:r="http://schemas.openxmlformats.org/officeDocument/2006/relationships" id="260" r:id="Rc5e64cfe8d7443a5"/>
    <p:sldId xmlns:r="http://schemas.openxmlformats.org/officeDocument/2006/relationships" id="261" r:id="R518f3bd55af84013"/>
    <p:sldId xmlns:r="http://schemas.openxmlformats.org/officeDocument/2006/relationships" id="262" r:id="Rd2d400af65814589"/>
    <p:sldId xmlns:r="http://schemas.openxmlformats.org/officeDocument/2006/relationships" id="263" r:id="R10455f27cd66489f"/>
    <p:sldId xmlns:r="http://schemas.openxmlformats.org/officeDocument/2006/relationships" id="264" r:id="R693336a9051149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361cd584c946ae" /><Relationship Type="http://schemas.openxmlformats.org/officeDocument/2006/relationships/slideMaster" Target="/ppt/slideMasters/slideMaster1.xml" Id="Re1828ca1e83245b5" /><Relationship Type="http://schemas.openxmlformats.org/officeDocument/2006/relationships/notesMaster" Target="/ppt/notesMasters/notesMaster1.xml" Id="R5fbd0d42e19e420f" /><Relationship Type="http://schemas.openxmlformats.org/officeDocument/2006/relationships/presProps" Target="/ppt/presProps.xml" Id="Rccd8e4cd19cc45e7" /><Relationship Type="http://schemas.openxmlformats.org/officeDocument/2006/relationships/tableStyles" Target="/ppt/tableStyles.xml" Id="Rd93d51edbab54ff5" /><Relationship Type="http://schemas.openxmlformats.org/officeDocument/2006/relationships/slide" Target="/ppt/slides/slide1.xml" Id="Rfa0b6553bc104762" /><Relationship Type="http://schemas.openxmlformats.org/officeDocument/2006/relationships/slide" Target="/ppt/slides/slide2.xml" Id="Rb4286cb04a3843dd" /><Relationship Type="http://schemas.openxmlformats.org/officeDocument/2006/relationships/slide" Target="/ppt/slides/slide3.xml" Id="R9f059734eb7f472c" /><Relationship Type="http://schemas.openxmlformats.org/officeDocument/2006/relationships/slide" Target="/ppt/slides/slide4.xml" Id="R19f147fccd5449bc" /><Relationship Type="http://schemas.openxmlformats.org/officeDocument/2006/relationships/slide" Target="/ppt/slides/slide5.xml" Id="Rc5e64cfe8d7443a5" /><Relationship Type="http://schemas.openxmlformats.org/officeDocument/2006/relationships/slide" Target="/ppt/slides/slide6.xml" Id="R518f3bd55af84013" /><Relationship Type="http://schemas.openxmlformats.org/officeDocument/2006/relationships/slide" Target="/ppt/slides/slide7.xml" Id="Rd2d400af65814589" /><Relationship Type="http://schemas.openxmlformats.org/officeDocument/2006/relationships/slide" Target="/ppt/slides/slide8.xml" Id="R10455f27cd66489f" /><Relationship Type="http://schemas.openxmlformats.org/officeDocument/2006/relationships/slide" Target="/ppt/slides/slide9.xml" Id="R693336a9051149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fd44a7148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ebf3c7670d4991" /><Relationship Type="http://schemas.openxmlformats.org/officeDocument/2006/relationships/notesMaster" Target="/ppt/notesMasters/notesMaster1.xml" Id="R76481a4e3eaf48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0e0c4a30fc4d74" /><Relationship Type="http://schemas.openxmlformats.org/officeDocument/2006/relationships/notesMaster" Target="/ppt/notesMasters/notesMaster1.xml" Id="R499352adaaac49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80d7f411ba4018" /><Relationship Type="http://schemas.openxmlformats.org/officeDocument/2006/relationships/notesMaster" Target="/ppt/notesMasters/notesMaster1.xml" Id="R327feaac299040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b2fcb68a24b6e" /><Relationship Type="http://schemas.openxmlformats.org/officeDocument/2006/relationships/notesMaster" Target="/ppt/notesMasters/notesMaster1.xml" Id="Rc410cc67a1d94b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29ef2f4f474feb" /><Relationship Type="http://schemas.openxmlformats.org/officeDocument/2006/relationships/notesMaster" Target="/ppt/notesMasters/notesMaster1.xml" Id="R61844b199892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502c9fe1d74c50" /><Relationship Type="http://schemas.openxmlformats.org/officeDocument/2006/relationships/notesMaster" Target="/ppt/notesMasters/notesMaster1.xml" Id="R90b0cc9812c746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624052e8714e8e" /><Relationship Type="http://schemas.openxmlformats.org/officeDocument/2006/relationships/notesMaster" Target="/ppt/notesMasters/notesMaster1.xml" Id="R03874b23e51543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5ffd4d99eb45a8" /><Relationship Type="http://schemas.openxmlformats.org/officeDocument/2006/relationships/notesMaster" Target="/ppt/notesMasters/notesMaster1.xml" Id="R0b1509ba263043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aa0f1222a8421c" /><Relationship Type="http://schemas.openxmlformats.org/officeDocument/2006/relationships/notesMaster" Target="/ppt/notesMasters/notesMaster1.xml" Id="R5db49c1e4c8f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392945e3046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92bd35a5a14196" /><Relationship Type="http://schemas.openxmlformats.org/officeDocument/2006/relationships/slideLayout" Target="/ppt/slideLayouts/slideLayout1.xml" Id="R976be5605b3d41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6be5605b3d41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ec2b2d0754795" /><Relationship Type="http://schemas.openxmlformats.org/officeDocument/2006/relationships/image" Target="/ppt/media/image.png" Id="Red763a76e00b481b" /><Relationship Type="http://schemas.openxmlformats.org/officeDocument/2006/relationships/notesSlide" Target="/ppt/notesSlides/notesSlide1.xml" Id="R5df14e79659441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7bd71a8a04713" /><Relationship Type="http://schemas.openxmlformats.org/officeDocument/2006/relationships/notesSlide" Target="/ppt/notesSlides/notesSlide2.xml" Id="Re250f175d5444c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60cd98b2c475f" /><Relationship Type="http://schemas.openxmlformats.org/officeDocument/2006/relationships/notesSlide" Target="/ppt/notesSlides/notesSlide3.xml" Id="R30ff0cce7b7e42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85e9cee684cfd" /><Relationship Type="http://schemas.openxmlformats.org/officeDocument/2006/relationships/notesSlide" Target="/ppt/notesSlides/notesSlide4.xml" Id="Rde35b49d240f49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9bebddc554607" /><Relationship Type="http://schemas.openxmlformats.org/officeDocument/2006/relationships/notesSlide" Target="/ppt/notesSlides/notesSlide5.xml" Id="R299c1b717aaa4c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ce9a993334d0a" /><Relationship Type="http://schemas.openxmlformats.org/officeDocument/2006/relationships/notesSlide" Target="/ppt/notesSlides/notesSlide6.xml" Id="Ra30f9ae3ceb94d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f0cd632604c6c" /><Relationship Type="http://schemas.openxmlformats.org/officeDocument/2006/relationships/notesSlide" Target="/ppt/notesSlides/notesSlide7.xml" Id="R3820a8fb52de45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6a98c61664012" /><Relationship Type="http://schemas.openxmlformats.org/officeDocument/2006/relationships/notesSlide" Target="/ppt/notesSlides/notesSlide8.xml" Id="Rfc609899b5b84f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1569d69694792" /><Relationship Type="http://schemas.openxmlformats.org/officeDocument/2006/relationships/image" Target="/ppt/media/image2.png" Id="R6e930ccc17d54a3b" /><Relationship Type="http://schemas.openxmlformats.org/officeDocument/2006/relationships/notesSlide" Target="/ppt/notesSlides/notesSlide9.xml" Id="R51e8b5940e9f43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899178-8629-4ADE-875C-2299CEC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86DBC-E8E7-4874-B2D4-80F66CDB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63a76e00b481b"/>
          <a:stretch xmlns:a="http://schemas.openxmlformats.org/drawingml/2006/main"/>
        </p:blipFill>
        <p:spPr>
          <a:xfrm xmlns:a="http://schemas.openxmlformats.org/drawingml/2006/main">
            <a:off x="7791450" y="142875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8617D-0109-4C98-9CAE-6DB1F539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SwipeLog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0C105-CA4D-45A0-8E1F-C6D3D9E0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19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E6EA"/>
                </a:solidFill>
              </a:defRPr>
            </a:pPr>
            <a:r>
              <a:rPr sz="2100" b="0">
                <a:solidFill>
                  <a:srgbClr val="D9E6EA"/>
                </a:solidFill>
              </a:rPr>
              <a:t>A personal movie journal for logging, discovering, organizing, and carrying your film history across devices.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01CA6-BBCA-4FF5-9841-671A3444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9C80E"/>
                </a:solidFill>
              </a:defRPr>
            </a:pPr>
            <a:r>
              <a:rPr sz="1650" b="1">
                <a:solidFill>
                  <a:srgbClr val="F9C80E"/>
                </a:solidFill>
              </a:rPr>
              <a:t>Product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CDB16-093A-4396-BA54-253C101E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DF46F-DDDD-4FE1-9E89-3414D206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3ED5B-7F64-4DAC-A783-16F97962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9060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2524A-050C-4732-B6D4-3600E28C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CB9DF-A2A5-4A22-9E78-BA725524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Movie memories get scattered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07869-3A05-49A7-9165-A31D759A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727D0-AEC1-49C0-94A3-9C551E5F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D6012-79E8-4A10-AE6E-92A68A75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44F07-51D8-4CE2-AA20-55F7E8DB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6EA"/>
                </a:solidFill>
              </a:defRPr>
            </a:pPr>
            <a:r>
              <a:rPr sz="1875" b="0">
                <a:solidFill>
                  <a:srgbClr val="D9E6EA"/>
                </a:solidFill>
              </a:rPr>
              <a:t>People save recommendations in chats, rate films in one place, keep watchlists somewhere else, and forget what they meant to watch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6257-D829-4CFF-941C-44E15E0C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8D2DE-EF6E-4653-9B4D-C833A787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95DDA-3727-47F1-8816-FADB445B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669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03D1B-521F-4759-B2A7-4AE5B221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Fragmented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4223A-55FB-44FD-A87C-D067EE44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2724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Notes, lists, ratings, and recommendations rarely live in the same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CA4AC-71E0-4190-A7A3-4AC5A0C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02AFF-5B53-4107-BB1A-ABD39EBC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No single home for watched films and future picks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A514D-EF2E-476B-8F80-557DF65F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81859-92DC-4D64-8E94-62E6FE56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Discovery becomes disconnected from personal taste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1B176-C304-493C-9A06-35EA60D4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83958-C801-42CB-A5B5-938B18F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Sharing rankings takes extra effort</a:t>
            </a:r>
          </a:p>
        </p:txBody>
      </p:sp>
    </p:spTree>
    <p:extLst>
      <p:ext uri="{BB962C8B-B14F-4D97-AF65-F5344CB8AC3E}">
        <p14:creationId xmlns:p14="http://schemas.microsoft.com/office/powerpoint/2010/main" val="2040747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CCAB39-495A-4262-8D2F-E603F9C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PRODUCT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9B0B9-BEFF-4578-9AFA-AEB769D1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One place for the whole film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44E55-60CF-47DD-B29A-9FFF5DC2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30D10-44C8-4CA4-AE68-4146676A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BD055-5E3D-4F04-8A2E-CDF53DB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F6232-502D-4A12-A226-479A943D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8DDBA-9B90-4B4B-AE88-D49A54C5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749A0-7547-4F56-A94F-11E2489F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862E2-3A86-4028-B72A-23F71AA1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D7F7E-CC23-48AA-81D1-C775F7A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Track what you watched, when you watched it, how you rated it, and what you want to remember.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A2AB7-94D3-4F55-8067-F83D4F64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3835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69690-79E3-494D-B73D-A27A9B4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479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32611-E2FC-43D3-9D91-647363FB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33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FFFCC-3822-40E6-A91F-CAB963F7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B03E1-17FE-4D76-AAFE-33DCB427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3375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Browse movie rows and recommendation flows that turn taste signals into new ideas.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A232F-0CD8-4F1D-A23D-99C08F2D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314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415CC-918E-4AAD-B834-F82A82B1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FC8C2-6081-4820-AF5A-604A6096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33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082F4-7E16-41BD-BE96-94038376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Organize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B1367-EECA-43BB-B2A4-2E9B92B3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Build watchlists, custom lists, diary entries, favorites, and shareable tier lists.</a:t>
            </a:r>
          </a:p>
        </p:txBody>
      </p:sp>
    </p:spTree>
    <p:extLst>
      <p:ext uri="{BB962C8B-B14F-4D97-AF65-F5344CB8AC3E}">
        <p14:creationId xmlns:p14="http://schemas.microsoft.com/office/powerpoint/2010/main" val="596857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32123-9B0C-4C00-A33C-657DFD60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BROWSE &amp; 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A9E42-9B00-4D82-83F3-2D8B9DC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Search, inspect, then save the right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48209-3BA9-4A06-9C62-479C92F5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60443-2DB9-47C2-A20B-3DFD1B27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05013-A042-4010-81D5-3AC0C1C5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2AA1C-F9BB-4DA6-906A-3B751DAC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6EA"/>
                </a:solidFill>
              </a:defRPr>
            </a:pPr>
            <a:r>
              <a:rPr sz="1800" b="0">
                <a:solidFill>
                  <a:srgbClr val="D9E6EA"/>
                </a:solidFill>
              </a:rPr>
              <a:t>SwipeLog turns each movie card into a decision point: watched, watchlist, favorite, list item, or detail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E878C-0382-4F48-BC99-F5724BF1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09412-D133-49AD-A6F1-A2E4188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548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Search films and open rich detail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BCE20-7657-4DCD-B65C-F489288B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5FF1F-E8F1-4DDF-92A5-7673C193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548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Rate films and keep a clean watch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A59FB-AF1A-4F1E-B2AD-EDE55B36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8EB77-B491-453E-A9DA-F0A24147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548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Save future watches without breaking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3F888-BB84-4F50-949D-4524334A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286000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E42BF-08FD-4422-ABDB-310359F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Movie 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0E9FA-3E04-4BA3-94BA-646EE7BB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1485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9C80E"/>
                </a:solidFill>
              </a:defRPr>
            </a:pPr>
            <a:r>
              <a:rPr sz="1800" b="0">
                <a:solidFill>
                  <a:srgbClr val="F9C80E"/>
                </a:solidFill>
              </a:rPr>
              <a:t>Rate</a:t>
            </a:r>
          </a:p>
          <a:p xmlns:a="http://schemas.openxmlformats.org/drawingml/2006/main">
            <a:pPr algn="ctr">
              <a:defRPr sz="1800" b="0">
                <a:solidFill>
                  <a:srgbClr val="F9C80E"/>
                </a:solidFill>
              </a:defRPr>
            </a:pPr>
            <a:r>
              <a:rPr sz="1800" b="0">
                <a:solidFill>
                  <a:srgbClr val="F9C80E"/>
                </a:solidFill>
              </a:rPr>
              <a:t>Favorite</a:t>
            </a:r>
          </a:p>
          <a:p xmlns:a="http://schemas.openxmlformats.org/drawingml/2006/main">
            <a:pPr algn="ctr">
              <a:defRPr sz="1800" b="0">
                <a:solidFill>
                  <a:srgbClr val="F9C80E"/>
                </a:solidFill>
              </a:defRPr>
            </a:pPr>
            <a:r>
              <a:rPr sz="1800" b="0">
                <a:solidFill>
                  <a:srgbClr val="F9C80E"/>
                </a:solidFill>
              </a:rPr>
              <a:t>Watchlist</a:t>
            </a:r>
          </a:p>
          <a:p xmlns:a="http://schemas.openxmlformats.org/drawingml/2006/main">
            <a:pPr algn="ctr">
              <a:defRPr sz="1800" b="0">
                <a:solidFill>
                  <a:srgbClr val="F9C80E"/>
                </a:solidFill>
              </a:defRPr>
            </a:pPr>
            <a:r>
              <a:rPr sz="1800" b="0">
                <a:solidFill>
                  <a:srgbClr val="F9C80E"/>
                </a:solidFill>
              </a:rPr>
              <a:t>Open details</a:t>
            </a:r>
          </a:p>
        </p:txBody>
      </p:sp>
    </p:spTree>
    <p:extLst>
      <p:ext uri="{BB962C8B-B14F-4D97-AF65-F5344CB8AC3E}">
        <p14:creationId xmlns:p14="http://schemas.microsoft.com/office/powerpoint/2010/main" val="554211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F1E2B-0F1F-48B8-887B-79B71485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14EC4-30F4-4FF0-94FA-99A9F02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living archive, not just a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2F9E6-B2C2-4CFC-9443-394C94E9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8D09D-BBFF-49EF-AD47-FC845C4F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6461D-94A6-44B2-BA14-D78839E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50889-4485-4352-9AB3-58B2A2B4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6EA"/>
                </a:solidFill>
              </a:defRPr>
            </a:pPr>
            <a:r>
              <a:rPr sz="1800" b="0">
                <a:solidFill>
                  <a:srgbClr val="D9E6EA"/>
                </a:solidFill>
              </a:rPr>
              <a:t>Library brings together diary, logs, watchlist, favorites, and custom lists so the user's film history stays readable over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23F8E-C292-46D1-BA4E-B963C5BD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20DC3-770A-4BE4-80C9-AF232923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4B31B-F09F-4372-A27D-CB0C6D54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E8338-64D5-46FB-B08A-FDA5FF8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Diary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67260-CC2F-4EF3-B04D-8463958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A chronological record of watched films.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9732B-EA89-4999-9FA3-BFFB41B3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35B9F-DD33-48B5-B849-A9C0B463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52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7BFF3-1F78-4A95-92A4-7B3BF150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38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C99A7-784E-4552-BD6F-F60B0FB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19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Watchlist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B5F8A-7571-432A-B48E-C0B0983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38650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A focused queue for what comes next.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CF9DC-898A-41F0-8944-0060A211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86547-8F2E-4B06-980E-EB90316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0DB98-E1E5-415A-A8E5-E9BACCCE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38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65376-4D08-4837-B5B4-FBD3E49E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9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Favorites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71657-25DD-451F-9227-70E66E9D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A fast way to mark personal highlights.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95451-3002-4C1D-BEC8-A7D10BE0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4325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6BC2B-799A-489A-BA6D-BDB4E373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52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846C2-280B-4E0C-A7D1-656FE40D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38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DAFD2-A735-46C3-B567-B1DEA051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19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Lists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3C4A1-0F43-4CE3-A70A-56B0F118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38650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Custom collections for any mood or theme.</a:t>
            </a:r>
          </a:p>
        </p:txBody>
      </p:sp>
    </p:spTree>
    <p:extLst>
      <p:ext uri="{BB962C8B-B14F-4D97-AF65-F5344CB8AC3E}">
        <p14:creationId xmlns:p14="http://schemas.microsoft.com/office/powerpoint/2010/main" val="566168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E7A84-B662-4578-A495-71288D8A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3905B-E4FD-49C1-8C8E-124B7FCB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Recommendations shaped by user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984B3-EB7C-40E5-90AF-965D349F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6C66E-2B70-4918-82C2-039BB502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1A4BA-3484-4145-A3B6-7162EA4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21C41-2A8B-4F5C-81DD-C999DD0E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14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6EA"/>
                </a:solidFill>
              </a:defRPr>
            </a:pPr>
            <a:r>
              <a:rPr sz="1800" b="0">
                <a:solidFill>
                  <a:srgbClr val="D9E6EA"/>
                </a:solidFill>
              </a:rPr>
              <a:t>Discover is designed to convert lightweight actions into taste signals: liked, skipped, opened, watched, and saved.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3EA6C-C5F5-429D-AB98-1A4A3775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5E08F-02D4-4D81-949E-118A486F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Swipe through recommendations and hide what is not relevant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3622E-0718-4CD3-9FF1-51A743A1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6689F-AE38-4C2C-8D88-1CABAEB2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Use liked and highly rated films as recommendation seeds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18885-DD28-4C77-8D3E-48F431DD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10319-B033-4169-9197-DB5A38F4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Keep watchlist and watched titles out of future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701ED-ED57-4C69-80C1-3F7D88F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571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E8A37-DFD2-4C7E-82C8-15CF4106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2B3A"/>
                </a:solidFill>
              </a:defRPr>
            </a:pPr>
            <a:r>
              <a:rPr sz="3150" b="1">
                <a:solidFill>
                  <a:srgbClr val="002B3A"/>
                </a:solidFill>
              </a:rPr>
              <a:t>Taste</a:t>
            </a:r>
          </a:p>
          <a:p xmlns:a="http://schemas.openxmlformats.org/drawingml/2006/main">
            <a:pPr algn="ctr">
              <a:defRPr sz="3150" b="1">
                <a:solidFill>
                  <a:srgbClr val="002B3A"/>
                </a:solidFill>
              </a:defRPr>
            </a:pPr>
            <a:r>
              <a:rPr sz="3150" b="1">
                <a:solidFill>
                  <a:srgbClr val="002B3A"/>
                </a:solidFill>
              </a:rPr>
              <a:t>Signals</a:t>
            </a:r>
          </a:p>
        </p:txBody>
      </p:sp>
    </p:spTree>
    <p:extLst>
      <p:ext uri="{BB962C8B-B14F-4D97-AF65-F5344CB8AC3E}">
        <p14:creationId xmlns:p14="http://schemas.microsoft.com/office/powerpoint/2010/main" val="347321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21C27F-AA6B-4A2A-92B8-E213AA87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TIER LISTS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7837A-FD87-4F95-A742-2871A0D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Make rankings easy to build and 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B5EFC-08D0-49AB-83C3-97708E0F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537C9-BC24-442B-9ABB-A76B417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ED57C-31DD-4E33-940F-A2B7E123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06D77-028F-45EA-A02F-C29AFD3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6EA"/>
                </a:solidFill>
              </a:defRPr>
            </a:pPr>
            <a:r>
              <a:rPr sz="1800" b="0">
                <a:solidFill>
                  <a:srgbClr val="D9E6EA"/>
                </a:solidFill>
              </a:rPr>
              <a:t>SwipeLog turns saved films into flexible rankings for friends, social posts, and personal taste maps.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18B6E-9B13-4DE2-9B5E-54A4D28C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FAC00-B8AC-459B-B516-DA82F80A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2B3A"/>
                </a:solidFill>
              </a:defRPr>
            </a:pPr>
            <a:r>
              <a:rPr sz="1650" b="1">
                <a:solidFill>
                  <a:srgbClr val="002B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F2BDF-06FF-4CA5-B9A6-6C83103E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48000"/>
            <a:ext cx="714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8DBB-28F0-4DA5-A772-0246FA0D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B3A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4EBA5-8FFC-4325-9F0F-47EB1260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90FA6-D73B-40EC-BBAC-F0E4FB18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714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C485F-8785-4D0D-8142-D6E280F7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B3A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050E4-3E3E-440C-8111-C231FDD2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300C8-43B3-447A-BF75-0AF6AE2D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52900"/>
            <a:ext cx="714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03C62-5DEF-4A4C-AB3B-4730A299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838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B3A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A88D9-F3A7-4C4A-BDF3-619109D0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D8D2F-B5BA-4479-B37B-BD9A9D1F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05350"/>
            <a:ext cx="714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FAEAA-A7CB-4B18-BF43-E347C2DE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0AEC0"/>
                </a:solidFill>
              </a:defRPr>
            </a:pPr>
            <a:r>
              <a:rPr sz="1500" b="0">
                <a:solidFill>
                  <a:srgbClr val="A0AEC0"/>
                </a:solidFill>
              </a:rPr>
              <a:t>Ranked image sharing turns personal taste into a lightweight social artifact.</a:t>
            </a:r>
          </a:p>
        </p:txBody>
      </p:sp>
    </p:spTree>
    <p:extLst>
      <p:ext uri="{BB962C8B-B14F-4D97-AF65-F5344CB8AC3E}">
        <p14:creationId xmlns:p14="http://schemas.microsoft.com/office/powerpoint/2010/main" val="1464052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1B274-E061-48E4-9015-01D3346A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ACCOUNT &amp; SYNC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4A95A-A7EA-458C-A07E-09E5347C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movie history that follows the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68B44-1132-4BF8-B753-3003C97C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43263-A18A-4E29-96DC-411FD128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8047A-3C5C-45A8-9B0A-F956D57E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01EA8-6535-4B4B-A228-E6FE7EB8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6EA"/>
                </a:solidFill>
              </a:defRPr>
            </a:pPr>
            <a:r>
              <a:rPr sz="1800" b="0">
                <a:solidFill>
                  <a:srgbClr val="D9E6EA"/>
                </a:solidFill>
              </a:rPr>
              <a:t>Authentication and cloud state connect the user's profile, movie store, and tier lists to their account.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AFECA-79FE-47C1-AC1F-0C5E1B5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9527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41204-3003-40A4-B697-B80EA18D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39A01-9A45-4BC8-9F3A-F7B47D29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38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08B25-A619-42F0-AEA7-B923A003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DC94B-100B-4896-B54F-CA4A9B1D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2533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Name, username, bio, avatar, cover, and onboarding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04FB4-4334-4DC3-A5CC-AE26A78E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29527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E6A6E-B780-4A85-A079-188521A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52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074B7-F7AB-4854-AEF6-6EAFE8AD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38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006C4-E79E-476E-933F-A762EFC1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195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Movie 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352EB-65D9-495F-B2F8-CF459623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38650"/>
            <a:ext cx="2533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Catalog, ratings, watch history, lists, and discovery events.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BF88F-8EE8-49E0-B126-DCC14EFB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29527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0D162D"/>
          </a:solidFill>
          <a:ln xmlns:a="http://schemas.openxmlformats.org/drawingml/2006/main" w="9525">
            <a:solidFill>
              <a:srgbClr val="3352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48B81-C4B9-42BB-B57D-6AEC143A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EF23D-5F84-4B57-A594-55B08909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385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B3A"/>
                </a:solidFill>
              </a:defRPr>
            </a:pPr>
            <a:r>
              <a:rPr sz="1800" b="1">
                <a:solidFill>
                  <a:srgbClr val="002B3A"/>
                </a:solidFill>
              </a:rPr>
              <a:t>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415A2-468A-4384-8602-91D0B80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2533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Tier Lists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59CC-3C9D-4A1D-8F6A-60F1FE7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38650"/>
            <a:ext cx="2533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0AEC0"/>
                </a:solidFill>
              </a:defRPr>
            </a:pPr>
            <a:r>
              <a:rPr sz="1350" b="0">
                <a:solidFill>
                  <a:srgbClr val="A0AEC0"/>
                </a:solidFill>
              </a:rPr>
              <a:t>User-created ranked lists synced with cloud state.</a:t>
            </a:r>
          </a:p>
        </p:txBody>
      </p:sp>
    </p:spTree>
    <p:extLst>
      <p:ext uri="{BB962C8B-B14F-4D97-AF65-F5344CB8AC3E}">
        <p14:creationId xmlns:p14="http://schemas.microsoft.com/office/powerpoint/2010/main" val="87658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30ccc17d54a3b"/>
          <a:stretch xmlns:a="http://schemas.openxmlformats.org/drawingml/2006/main"/>
        </p:blipFill>
        <p:spPr>
          <a:xfrm xmlns:a="http://schemas.openxmlformats.org/drawingml/2006/main">
            <a:off x="876300" y="857250"/>
            <a:ext cx="933450" cy="933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03D8B-4AB9-4248-A5F8-3F9AEC4A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Why SwipeLog wins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4CC7F-F6F7-47D8-AE8F-C47B71EF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9E6EA"/>
                </a:solidFill>
              </a:defRPr>
            </a:pPr>
            <a:r>
              <a:rPr sz="1950" b="0">
                <a:solidFill>
                  <a:srgbClr val="D9E6EA"/>
                </a:solidFill>
              </a:rPr>
              <a:t>It combines the utility of a film journal with the momentum of discovery and the personality of shareable rankings.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3D63B-3AB5-40FB-828B-E3260EC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B26B1-7772-41CB-83AF-057D0EC6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Fast enough for daily logging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9677C-370E-4853-9533-E0DC8265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A0E82-DBB9-4E18-AC39-1095DD87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Structured enough for long-term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44F24-D2C2-4DB5-ADAD-A70E9C1A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A3922-03E3-4158-B7EB-0ADD13E4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435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E6EA"/>
                </a:solidFill>
              </a:defRPr>
            </a:pPr>
            <a:r>
              <a:rPr sz="1650" b="0">
                <a:solidFill>
                  <a:srgbClr val="D9E6EA"/>
                </a:solidFill>
              </a:rPr>
              <a:t>Personal enough to make discovery feel owned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2D75C-7303-43E5-850B-AE03B190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C8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7D362-0D9C-4382-8341-6D0D3057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28900"/>
            <a:ext cx="1943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2B3A"/>
                </a:solidFill>
              </a:defRPr>
            </a:pPr>
            <a:r>
              <a:rPr sz="2625" b="1">
                <a:solidFill>
                  <a:srgbClr val="002B3A"/>
                </a:solidFill>
              </a:rPr>
              <a:t>Log.</a:t>
            </a:r>
          </a:p>
          <a:p xmlns:a="http://schemas.openxmlformats.org/drawingml/2006/main">
            <a:pPr algn="ctr">
              <a:defRPr sz="2625" b="1">
                <a:solidFill>
                  <a:srgbClr val="002B3A"/>
                </a:solidFill>
              </a:defRPr>
            </a:pPr>
            <a:r>
              <a:rPr sz="2625" b="1">
                <a:solidFill>
                  <a:srgbClr val="002B3A"/>
                </a:solidFill>
              </a:rPr>
              <a:t>Discover.</a:t>
            </a:r>
          </a:p>
          <a:p xmlns:a="http://schemas.openxmlformats.org/drawingml/2006/main">
            <a:pPr algn="ctr">
              <a:defRPr sz="2625" b="1">
                <a:solidFill>
                  <a:srgbClr val="002B3A"/>
                </a:solidFill>
              </a:defRPr>
            </a:pPr>
            <a:r>
              <a:rPr sz="2625" b="1">
                <a:solidFill>
                  <a:srgbClr val="002B3A"/>
                </a:solidFill>
              </a:rPr>
              <a:t>Remember.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C18B9-63BD-4C18-8929-4A09D384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0AEC0"/>
                </a:solidFill>
              </a:defRPr>
            </a:pPr>
            <a:r>
              <a:rPr sz="1200" b="1">
                <a:solidFill>
                  <a:srgbClr val="A0AEC0"/>
                </a:solidFill>
              </a:rPr>
              <a:t>SwipeLog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D506A-C53F-41EA-A12A-83ED55F1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9C80E"/>
                </a:solidFill>
              </a:defRPr>
            </a:pPr>
            <a:r>
              <a:rPr sz="1200" b="1">
                <a:solidFill>
                  <a:srgbClr val="F9C80E"/>
                </a:solidFill>
              </a:rPr>
              <a:t>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9EC32-1805-4E1D-9189-FBB63422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26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053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2026-06-22T07:43:18.8730000Z</dcterms:created>
  <dcterms:modified xsi:type="dcterms:W3CDTF">2026-06-22T07:43:18.8740000Z</dcterms:modified>
</coreProperties>
</file>